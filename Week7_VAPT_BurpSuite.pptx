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3647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54864" cy="54864"/>
          </a:xfrm>
          <a:prstGeom prst="ellipse">
            <a:avLst/>
          </a:prstGeom>
          <a:solidFill>
            <a:srgbClr val="22D3C8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548640"/>
            <a:ext cx="54864" cy="54864"/>
          </a:xfrm>
          <a:prstGeom prst="ellipse">
            <a:avLst/>
          </a:prstGeom>
          <a:solidFill>
            <a:srgbClr val="22D3C8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548640"/>
            <a:ext cx="54864" cy="54864"/>
          </a:xfrm>
          <a:prstGeom prst="ellipse">
            <a:avLst/>
          </a:prstGeom>
          <a:solidFill>
            <a:srgbClr val="22D3C8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371600"/>
            <a:ext cx="54864" cy="54864"/>
          </a:xfrm>
          <a:prstGeom prst="ellipse">
            <a:avLst/>
          </a:prstGeom>
          <a:solidFill>
            <a:srgbClr val="22D3C8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1371600"/>
            <a:ext cx="54864" cy="54864"/>
          </a:xfrm>
          <a:prstGeom prst="ellipse">
            <a:avLst/>
          </a:prstGeom>
          <a:solidFill>
            <a:srgbClr val="22D3C8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0" y="1371600"/>
            <a:ext cx="54864" cy="54864"/>
          </a:xfrm>
          <a:prstGeom prst="ellipse">
            <a:avLst/>
          </a:prstGeom>
          <a:solidFill>
            <a:srgbClr val="22D3C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2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//  VAPT PRACTICAL ASSESSMENT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8745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 Testing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Burp Suite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Project Report — Phase 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4297680"/>
            <a:ext cx="5303520" cy="0"/>
          </a:xfrm>
          <a:prstGeom prst="line">
            <a:avLst/>
          </a:prstGeom>
          <a:noFill/>
          <a:ln w="12700">
            <a:solidFill>
              <a:srgbClr val="1B24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4526280"/>
            <a:ext cx="1823314" cy="365760"/>
          </a:xfrm>
          <a:prstGeom prst="roundRect">
            <a:avLst>
              <a:gd name="adj" fmla="val 20000"/>
            </a:avLst>
          </a:prstGeom>
          <a:solidFill>
            <a:srgbClr val="141B2D"/>
          </a:solidFill>
          <a:ln w="12700">
            <a:solidFill>
              <a:srgbClr val="1B24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26280"/>
            <a:ext cx="1823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Interception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19426" y="4526280"/>
            <a:ext cx="1228039" cy="365760"/>
          </a:xfrm>
          <a:prstGeom prst="roundRect">
            <a:avLst>
              <a:gd name="adj" fmla="val 20000"/>
            </a:avLst>
          </a:prstGeom>
          <a:solidFill>
            <a:srgbClr val="141B2D"/>
          </a:solidFill>
          <a:ln w="12700">
            <a:solidFill>
              <a:srgbClr val="1B24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19426" y="4526280"/>
            <a:ext cx="12280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Mapping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2057" y="4526280"/>
            <a:ext cx="1908353" cy="365760"/>
          </a:xfrm>
          <a:prstGeom prst="roundRect">
            <a:avLst>
              <a:gd name="adj" fmla="val 20000"/>
            </a:avLst>
          </a:prstGeom>
          <a:solidFill>
            <a:srgbClr val="141B2D"/>
          </a:solidFill>
          <a:ln w="12700">
            <a:solidFill>
              <a:srgbClr val="1B24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2057" y="4526280"/>
            <a:ext cx="19083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Exploitation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5002" y="4526280"/>
            <a:ext cx="1908353" cy="365760"/>
          </a:xfrm>
          <a:prstGeom prst="roundRect">
            <a:avLst>
              <a:gd name="adj" fmla="val 20000"/>
            </a:avLst>
          </a:prstGeom>
          <a:solidFill>
            <a:srgbClr val="141B2D"/>
          </a:solidFill>
          <a:ln w="12700">
            <a:solidFill>
              <a:srgbClr val="1B24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85002" y="4526280"/>
            <a:ext cx="19083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Discovery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57946" y="4526280"/>
            <a:ext cx="1653235" cy="365760"/>
          </a:xfrm>
          <a:prstGeom prst="roundRect">
            <a:avLst>
              <a:gd name="adj" fmla="val 20000"/>
            </a:avLst>
          </a:prstGeom>
          <a:solidFill>
            <a:srgbClr val="141B2D"/>
          </a:solidFill>
          <a:ln w="12700">
            <a:solidFill>
              <a:srgbClr val="1B24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57946" y="4526280"/>
            <a:ext cx="16532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Reporting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120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Mohtasim</a:t>
            </a:r>
            <a:r>
              <a:rPr lang="en-US" sz="12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DG/JULY/CYBER/017  •  Cyber Security Intern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5669280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141B2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" y="56692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September 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#DGInternsHub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builds on Week 6's OWASP Top 10 theory with a structured, Burp Suite-centred workflow: proxy interception, application mapping, manual exploitation, endpoint discovery, and professional VAPT reporting.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65760" cy="365760"/>
          </a:xfrm>
          <a:prstGeom prst="ellipse">
            <a:avLst/>
          </a:prstGeom>
          <a:solidFill>
            <a:srgbClr val="1B2438"/>
          </a:solidFill>
          <a:ln w="15875">
            <a:solidFill>
              <a:srgbClr val="FF7A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46888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Burp as an intercepting proxy and trust its CA certificate for HTTPS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365760" cy="365760"/>
          </a:xfrm>
          <a:prstGeom prst="ellipse">
            <a:avLst/>
          </a:prstGeom>
          <a:solidFill>
            <a:srgbClr val="1B2438"/>
          </a:solidFill>
          <a:ln w="15875">
            <a:solidFill>
              <a:srgbClr val="FF7A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035808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attack surface — pages, forms, parameters — via Target &amp; Proxy tabs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48456"/>
            <a:ext cx="365760" cy="365760"/>
          </a:xfrm>
          <a:prstGeom prst="ellipse">
            <a:avLst/>
          </a:prstGeom>
          <a:solidFill>
            <a:srgbClr val="1B2438"/>
          </a:solidFill>
          <a:ln w="15875">
            <a:solidFill>
              <a:srgbClr val="FF7A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602736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confirm SQL Injection, XSS, weak auth &amp; parameter tampering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15384"/>
            <a:ext cx="365760" cy="365760"/>
          </a:xfrm>
          <a:prstGeom prst="ellipse">
            <a:avLst/>
          </a:prstGeom>
          <a:solidFill>
            <a:srgbClr val="1B2438"/>
          </a:solidFill>
          <a:ln w="15875">
            <a:solidFill>
              <a:srgbClr val="FF7A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169664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hidden-endpoint discovery with Burp, Dirsearch &amp; Gobuster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782312"/>
            <a:ext cx="365760" cy="365760"/>
          </a:xfrm>
          <a:prstGeom prst="ellipse">
            <a:avLst/>
          </a:prstGeom>
          <a:solidFill>
            <a:srgbClr val="1B2438"/>
          </a:solidFill>
          <a:ln w="15875">
            <a:solidFill>
              <a:srgbClr val="FF7A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782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736592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3+ vulnerabilities in real-world VAPT report format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06640" y="1417320"/>
            <a:ext cx="4206240" cy="4846320"/>
          </a:xfrm>
          <a:prstGeom prst="roundRect">
            <a:avLst>
              <a:gd name="adj" fmla="val 2174"/>
            </a:avLst>
          </a:prstGeom>
          <a:solidFill>
            <a:srgbClr val="141B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8096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2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AUTHORISATION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performed exclusively on intentionally vulnerable, legally testable targets: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80960" y="2697480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1B24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63840" y="27523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30266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Damn Vulnerable Web App — local instance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80960" y="3493008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1B24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63840" y="3547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Shop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intentionally-vulnerable app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80960" y="4288536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1B243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863840" y="4343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testphp.vulnweb.com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Acunetix public demo target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80960" y="5129784"/>
            <a:ext cx="3639312" cy="0"/>
          </a:xfrm>
          <a:prstGeom prst="line">
            <a:avLst/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80960" y="5266944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system or unauthorised target was accessed at any point.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Mohtasim (DG/JULY/CYBER/017)  •  VAPT Phase 2  •  Week 7  •  Burp Suite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22  ·  SETUP &amp; INTERCEPTION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Burp Suite Setup &amp; Interception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2296" cy="777240"/>
          </a:xfrm>
          <a:prstGeom prst="roundRect">
            <a:avLst/>
          </a:prstGeom>
          <a:solidFill>
            <a:srgbClr val="FF7A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0136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 Community Edition installed from the official PortSwigger site.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82296" cy="777240"/>
          </a:xfrm>
          <a:prstGeom prst="round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4414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Config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6148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routed through Burp's listener via the FoxyProxy extension (per-tab toggle).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82296" cy="777240"/>
          </a:xfrm>
          <a:prstGeom prst="roundRect">
            <a:avLst/>
          </a:prstGeom>
          <a:solidFill>
            <a:srgbClr val="FF7A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4015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CA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72160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Burp's self-signed CA certificate imported into Firefox's trust store for HTTPS interception.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82296" cy="777240"/>
          </a:xfrm>
          <a:prstGeom prst="roundRect">
            <a:avLst/>
          </a:prstGeom>
          <a:solidFill>
            <a:srgbClr val="FF7A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36168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Login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8172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login POST intercepted — credentials confirmed sent as plaintext body params.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46304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141B2D"/>
          </a:solidFill>
          <a:ln/>
        </p:spPr>
      </p:sp>
      <p:pic>
        <p:nvPicPr>
          <p:cNvPr id="17" name="Image 0" descr="/home/claude/vapt_ppt/images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27632"/>
            <a:ext cx="2788920" cy="196596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326880" y="173736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 — PortSwigger CA trusted in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Certificate Manager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3977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141B2D"/>
          </a:solidFill>
          <a:ln/>
        </p:spPr>
      </p:sp>
      <p:pic>
        <p:nvPicPr>
          <p:cNvPr id="20" name="Image 1" descr="/home/claude/vapt_ppt/images/imag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160520"/>
            <a:ext cx="4983480" cy="157276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446520" y="577900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 — Intercepted DVWA login POST request (Burp Proxy)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Mohtasim (DG/JULY/CYBER/017)  •  VAPT Phase 2  •  Week 7  •  Burp Suite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23  ·  RECON &amp; MAPPING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Web Application</a:t>
            </a:r>
            <a:endParaRPr lang="en-US" sz="2800" dirty="0"/>
          </a:p>
        </p:txBody>
      </p:sp>
      <p:pic>
        <p:nvPicPr>
          <p:cNvPr id="4" name="Image 0" descr="/home/claude/vapt_ppt/images/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508760"/>
            <a:ext cx="6263640" cy="31821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49240" y="4718304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 — Burp Target → Site map of the crawled DVWA application tree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6304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Intercept off, the app was browsed end-to-end so Proxy → HTTP History and Target → Site map captured the full application tree and every user-input point.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06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2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FORMS &amp; INPUT FIELDS IDENTIFIED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4480560" cy="713232"/>
          </a:xfrm>
          <a:prstGeom prst="roundRect">
            <a:avLst>
              <a:gd name="adj" fmla="val 10256"/>
            </a:avLst>
          </a:prstGeom>
          <a:solidFill>
            <a:srgbClr val="141B2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3035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3192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 + per-module security-level selector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813048"/>
            <a:ext cx="4480560" cy="713232"/>
          </a:xfrm>
          <a:prstGeom prst="roundRect">
            <a:avLst>
              <a:gd name="adj" fmla="val 10256"/>
            </a:avLst>
          </a:prstGeom>
          <a:solidFill>
            <a:srgbClr val="141B2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38770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Shop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160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registration, search, basket qty, feedback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4654296"/>
            <a:ext cx="4480560" cy="713232"/>
          </a:xfrm>
          <a:prstGeom prst="roundRect">
            <a:avLst>
              <a:gd name="adj" fmla="val 10256"/>
            </a:avLst>
          </a:prstGeom>
          <a:solidFill>
            <a:srgbClr val="141B2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47183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testphp.vulnweb.com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0017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guestbook, product search field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Mohtasim (DG/JULY/CYBER/017)  •  VAPT Phase 2  •  Week 7  •  Burp Suite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24  ·  VULNERABILITY TESTING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Exploitation with Repeater &amp; Intruder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141B2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64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647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7647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OR 1=1 --  bypassed the WHERE clause on the id parameter, returning every row via Repeater.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141B2D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764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E639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7647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17647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Cross-Site Scripting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3774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&lt;script&gt;alert(1)&lt;/script&gt; reflected unescaped in the response — confirmed persistent in Juice Shop's guestbook.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141B2D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050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0507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0507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Testing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6634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Intruder Sniper attack on the password field found no lockout, delay, or CAPTCHA after repeated failures.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141B2D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050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0507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40507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Tampering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6634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Client-controlled price / security-level values edited in Repeater to test server-side re-validation.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Mohtasim (DG/JULY/CYBER/017)  •  VAPT Phase 2  •  Week 7  •  Burp Suite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24.1  ·  PROOF OF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 — DVWA Module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875520" y="50292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75520" y="5029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pic>
        <p:nvPicPr>
          <p:cNvPr id="6" name="Image 0" descr="/home/claude/vapt_ppt/images/image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903720" cy="3886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34924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 — Burp Repeater: SQLi payload returning every DB row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635240" y="141732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18120" y="1508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2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1783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OR 1=1 -- -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246888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 parameter is concatenated directly into the SQL query with no parameterisation, letting the injected clause always evaluate true.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3611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2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38862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the entire users table, bypass similar auth queries, and potentially modify/delete data.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4754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2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50292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queries, least-privilege DB accounts, and server-side input validation.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Mohtasim (DG/JULY/CYBER/017)  •  VAPT Phase 2  •  Week 7  •  Burp Suite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24.2 / 24.3  ·  PROOF OF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Reflected XSS &amp; Broken Authentication</a:t>
            </a:r>
            <a:endParaRPr lang="en-US" sz="2600" dirty="0"/>
          </a:p>
        </p:txBody>
      </p:sp>
      <p:pic>
        <p:nvPicPr>
          <p:cNvPr id="4" name="Image 0" descr="/home/claude/vapt_ppt/images/image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4924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5720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572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4572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 — Payload reflected unescaped in DVWA XSS module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98348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&lt;script&gt;alert(1)&lt;/script&gt;  </a:t>
            </a:r>
            <a:r>
              <a:rPr lang="en-US" sz="1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unescaped in both reflected and stored (guestbook) contexts — proving server-side persistence, not just a one-off render.</a:t>
            </a:r>
            <a:endParaRPr lang="en-US" sz="1100" dirty="0"/>
          </a:p>
        </p:txBody>
      </p:sp>
      <p:pic>
        <p:nvPicPr>
          <p:cNvPr id="9" name="Image 1" descr="/home/claude/vapt_ppt/images/image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17320"/>
            <a:ext cx="5349240" cy="30175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63640" y="45720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263640" y="4572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406640" y="4572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 — DVWA Brute Force login target for Intruder attack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498348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Intruder Sniper attack on the password field, common weak-password list, username fixed at admin — no CAPTCHA, delay, or lockout triggered after repeated failures.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Mohtasim (DG/JULY/CYBER/017)  •  VAPT Phase 2  •  Week 7  •  Burp Suite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25  ·  DISCOVERY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Directory &amp; Endpoint Discovery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discovery surfaced endpoints not linked from the visible UI — admin panels, backup files, API routes, and setup scripts.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141B2D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331720"/>
            <a:ext cx="502920" cy="54864"/>
          </a:xfrm>
          <a:prstGeom prst="roundRect">
            <a:avLst/>
          </a:prstGeom>
          <a:solidFill>
            <a:srgbClr val="22D3C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46888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— Burp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71800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→ Site map → "Engagement tools → Discover content" passively/actively probed each target's root using robots.txt, sitemap.xml, JS files, and HTML comments.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141B2D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2331720"/>
            <a:ext cx="502920" cy="54864"/>
          </a:xfrm>
          <a:prstGeom prst="roundRect">
            <a:avLst/>
          </a:prstGeom>
          <a:solidFill>
            <a:srgbClr val="22D3C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3712" y="246888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— Dirsearch / Gobuster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971800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content scan against local DVWA with a medium wordlist; php / html / txt extensions enabled since DVWA is PHP-based.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10312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141B2D"/>
          </a:solidFill>
          <a:ln/>
        </p:spPr>
      </p:sp>
      <p:sp>
        <p:nvSpPr>
          <p:cNvPr id="14" name="Shape 12"/>
          <p:cNvSpPr/>
          <p:nvPr/>
        </p:nvSpPr>
        <p:spPr>
          <a:xfrm>
            <a:off x="8302752" y="2331720"/>
            <a:ext cx="502920" cy="54864"/>
          </a:xfrm>
          <a:prstGeom prst="roundRect">
            <a:avLst/>
          </a:prstGeom>
          <a:solidFill>
            <a:srgbClr val="22D3C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02752" y="246888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2971800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results cross-checked against the manual Burp site map to remove false positives before recording confirmed endpoints.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0881360" cy="164592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Path</a:t>
                      </a:r>
                      <a:endParaRPr lang="en-US" sz="1050" dirty="0"/>
                    </a:p>
                  </a:txBody>
                  <a:tcPr marL="101600" marR="101600" marT="25400" marB="25400" anchor="ctr">
                    <a:lnL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50" dirty="0"/>
                    </a:p>
                  </a:txBody>
                  <a:tcPr marL="101600" marR="101600" marT="25400" marB="25400" anchor="ctr">
                    <a:lnL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Risk note</a:t>
                      </a:r>
                      <a:endParaRPr lang="en-US" sz="1050" dirty="0"/>
                    </a:p>
                  </a:txBody>
                  <a:tcPr marL="101600" marR="101600" marT="25400" marB="25400" anchor="ctr">
                    <a:lnL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/config/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0F19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101600" marR="101600" marT="25400" marB="25400" anchor="ctr">
                    <a:lnL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AA7C2"/>
                          </a:solidFill>
                        </a:rPr>
                        <a:t>Config directory publicly listed</a:t>
                      </a:r>
                      <a:endParaRPr lang="en-US" sz="1000" dirty="0"/>
                    </a:p>
                  </a:txBody>
                  <a:tcPr marL="101600" marR="101600" marT="25400" marB="25400" anchor="ctr">
                    <a:lnL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/setup.php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0F19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101600" marR="101600" marT="25400" marB="25400" anchor="ctr">
                    <a:lnL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AA7C2"/>
                          </a:solidFill>
                        </a:rPr>
                        <a:t>DB setup script reachable without auth</a:t>
                      </a:r>
                      <a:endParaRPr lang="en-US" sz="1000" dirty="0"/>
                    </a:p>
                  </a:txBody>
                  <a:tcPr marL="101600" marR="101600" marT="25400" marB="25400" anchor="ctr">
                    <a:lnL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/admin/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0F19"/>
                          </a:solidFill>
                        </a:rPr>
                        <a:t>403 / 404</a:t>
                      </a:r>
                      <a:endParaRPr lang="en-US" sz="1000" dirty="0"/>
                    </a:p>
                  </a:txBody>
                  <a:tcPr marL="101600" marR="101600" marT="25400" marB="25400" anchor="ctr">
                    <a:lnL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AA7C2"/>
                          </a:solidFill>
                        </a:rPr>
                        <a:t>Present but access-controlled</a:t>
                      </a:r>
                      <a:endParaRPr lang="en-US" sz="1000" dirty="0"/>
                    </a:p>
                  </a:txBody>
                  <a:tcPr marL="101600" marR="101600" marT="25400" marB="25400" anchor="ctr">
                    <a:lnL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 (Juice Shop)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0F19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101600" marR="101600" marT="25400" marB="25400" anchor="ctr">
                    <a:lnL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AA7C2"/>
                          </a:solidFill>
                        </a:rPr>
                        <a:t>REST API surface — needs own parameter review</a:t>
                      </a:r>
                      <a:endParaRPr lang="en-US" sz="1000" dirty="0"/>
                    </a:p>
                  </a:txBody>
                  <a:tcPr marL="101600" marR="101600" marT="25400" marB="25400" anchor="ctr">
                    <a:lnL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/backup/, /.git/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0F19"/>
                          </a:solidFill>
                        </a:rPr>
                        <a:t>Not found</a:t>
                      </a:r>
                      <a:endParaRPr lang="en-US" sz="1000" dirty="0"/>
                    </a:p>
                  </a:txBody>
                  <a:tcPr marL="101600" marR="101600" marT="25400" marB="25400" anchor="ctr">
                    <a:lnL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AA7C2"/>
                          </a:solidFill>
                        </a:rPr>
                        <a:t>Checked as known-risk paths; none exposed</a:t>
                      </a:r>
                      <a:endParaRPr lang="en-US" sz="1000" dirty="0"/>
                    </a:p>
                  </a:txBody>
                  <a:tcPr marL="101600" marR="101600" marT="25400" marB="25400" anchor="ctr">
                    <a:lnL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Mohtasim (DG/JULY/CYBER/017)  •  VAPT Phase 2  •  Week 7  •  Burp Suite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26  ·  VAPT REPORT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Consolidated Findings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0881360" cy="2834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Vulnerability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Location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Remediation Priority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SQL Injection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AA7C2"/>
                          </a:solidFill>
                        </a:rPr>
                        <a:t>DVWA — SQL Injection module (id param)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0F19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AA7C2"/>
                          </a:solidFill>
                        </a:rPr>
                        <a:t>Immediate — parameterised queries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Reflected / Stored XSS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AA7C2"/>
                          </a:solidFill>
                        </a:rPr>
                        <a:t>DVWA XSS module + Juice Shop guestbook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0F19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AA7C2"/>
                          </a:solidFill>
                        </a:rPr>
                        <a:t>Immediate — output encoding + CSP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Broken Authentication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AA7C2"/>
                          </a:solidFill>
                        </a:rPr>
                        <a:t>Login endpoint (no lockout / rate limit)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0F19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AA7C2"/>
                          </a:solidFill>
                        </a:rPr>
                        <a:t>Short-term — lockout + MFA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Parameter Tampering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AA7C2"/>
                          </a:solidFill>
                        </a:rPr>
                        <a:t>Juice Shop basket price / DVWA security level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0F19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AA7C2"/>
                          </a:solidFill>
                        </a:rPr>
                        <a:t>Short-term — server-side re-validation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0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6634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 METHODOLOGY  (Likelihood × Impact, aligned to OWASP)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141B2D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516636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51663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486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exploitable, no auth required, high confidentiality/integrity impact (SQLi, XSS).</a:t>
            </a:r>
            <a:endParaRPr lang="en-US" sz="950" dirty="0"/>
          </a:p>
        </p:txBody>
      </p:sp>
      <p:sp>
        <p:nvSpPr>
          <p:cNvPr id="4" name="Shape 7"/>
          <p:cNvSpPr/>
          <p:nvPr/>
        </p:nvSpPr>
        <p:spPr>
          <a:xfrm>
            <a:off x="4206240" y="50292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141B2D"/>
          </a:solidFill>
          <a:ln/>
        </p:spPr>
      </p:sp>
      <p:sp>
        <p:nvSpPr>
          <p:cNvPr id="11" name="Shape 8"/>
          <p:cNvSpPr/>
          <p:nvPr/>
        </p:nvSpPr>
        <p:spPr>
          <a:xfrm>
            <a:off x="4389120" y="516636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389120" y="51663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5486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precondition or repeated interaction; moderate impact (weak auth, tampering).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863840" y="50292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141B2D"/>
          </a:solidFill>
          <a:ln/>
        </p:spPr>
      </p:sp>
      <p:sp>
        <p:nvSpPr>
          <p:cNvPr id="15" name="Shape 12"/>
          <p:cNvSpPr/>
          <p:nvPr/>
        </p:nvSpPr>
        <p:spPr>
          <a:xfrm>
            <a:off x="8046720" y="516636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1663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5486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exploit directly or informational, but weakens overall posture.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Mohtasim (DG/JULY/CYBER/017)  •  VAPT Phase 2  •  Week 7  •  Burp Suite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·  SUBMISSION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Findings to Deliverables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moved from vulnerability theory (Week 6) to a complete Burp-centred workflow: intercept, map, manually confirm exploits, discover hidden endpoints, and report to a professional VAPT standard. Manual, tool-assisted testing remains essential for confirming true positives and business-logic flaws that automated scanners alone can't provide.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6035040" cy="1691640"/>
          </a:xfrm>
          <a:prstGeom prst="roundRect">
            <a:avLst>
              <a:gd name="adj" fmla="val 5405"/>
            </a:avLst>
          </a:prstGeom>
          <a:solidFill>
            <a:srgbClr val="141B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5204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35204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manually reproduced, documented and remediated: SQL Injection, Reflected XSS, and Broken Authentication.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1463040"/>
            <a:ext cx="4663440" cy="4617720"/>
          </a:xfrm>
          <a:prstGeom prst="roundRect">
            <a:avLst>
              <a:gd name="adj" fmla="val 1980"/>
            </a:avLst>
          </a:prstGeom>
          <a:solidFill>
            <a:srgbClr val="141B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0" y="1691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2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REQUIREMENTS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23760" y="21031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B0F19"/>
          </a:solidFill>
          <a:ln w="15875">
            <a:solidFill>
              <a:srgbClr val="22D3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23760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607808" y="20665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— 12 to 15 pages (PDF)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23760" y="26060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B0F19"/>
          </a:solidFill>
          <a:ln w="15875">
            <a:solidFill>
              <a:srgbClr val="22D3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607808" y="25694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— 8 to 10 slides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31089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B0F19"/>
          </a:solidFill>
          <a:ln w="15875">
            <a:solidFill>
              <a:srgbClr val="22D3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607808" y="3072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— Proxy, Repeater, Intruder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36118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B0F19"/>
          </a:solidFill>
          <a:ln w="15875">
            <a:solidFill>
              <a:srgbClr val="22D3C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607808" y="35753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working vulnerabilities demonstrated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23760" y="41148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B0F19"/>
          </a:solidFill>
          <a:ln w="15875">
            <a:solidFill>
              <a:srgbClr val="22D3C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23760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607808" y="40782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post tagging DG Interns Hub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23760" y="4663440"/>
            <a:ext cx="4114800" cy="0"/>
          </a:xfrm>
          <a:prstGeom prst="line">
            <a:avLst/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23760" y="48006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September
</a:t>
            </a:r>
            <a:r>
              <a:rPr lang="en-US" sz="13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shared: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September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Mohtasim (DG/JULY/CYBER/017)  •  VAPT Phase 2  •  Week 7  •  Burp Suite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1316</Words>
  <Application>Microsoft Office PowerPoint</Application>
  <PresentationFormat>Widescreen</PresentationFormat>
  <Paragraphs>192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Md Mohtasim</cp:lastModifiedBy>
  <cp:revision>2</cp:revision>
  <dcterms:created xsi:type="dcterms:W3CDTF">2026-09-20T19:00:23Z</dcterms:created>
  <dcterms:modified xsi:type="dcterms:W3CDTF">2026-09-20T13:31:40Z</dcterms:modified>
</cp:coreProperties>
</file>